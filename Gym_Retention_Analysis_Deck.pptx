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297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0972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Gym Membership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 Analysis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920240" y="2651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Associated with Higher Retention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920240" y="3291840"/>
            <a:ext cx="1828800" cy="27432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920240" y="35661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Kim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88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 Marshall School of Business  |  February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Gym Members Cancel?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74904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customer behaviors and contract structures correlate with the likelihood of membership retention?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375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visit frequency, contract length, and tenure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64592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645920"/>
            <a:ext cx="3749040" cy="54864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3317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gym member records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29200" y="27889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— clean dataset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+ financial + behavioral 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visit frequency, lifetime, churn status, contract period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BUAD 310  |  USC Marshall School of Business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Length Drives Retention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14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51460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42.3%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Churn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14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146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29000" y="2743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Churn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514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5146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9659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Churn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71600" y="3977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commitments reduce churn by 94% — from 42.3% on monthly plans to just 2.4% on annual contracts.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BUAD 310  |  USC Marshall School of Business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Month Is Make-or-Break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749040" cy="54864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Churned Members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377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median lifetime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cancellations happen within the first month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64592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645920"/>
            <a:ext cx="374904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202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Retained Members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54880" y="2377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600" dirty="0"/>
          </a:p>
        </p:txBody>
      </p:sp>
      <p:sp>
        <p:nvSpPr>
          <p:cNvPr id="16" name="Text 12"/>
          <p:cNvSpPr/>
          <p:nvPr/>
        </p:nvSpPr>
        <p:spPr>
          <a:xfrm>
            <a:off x="475488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median lifetime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292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who survive month 1 stay significantly longer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06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4160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engagement is critical — members who get past the first month are exponentially more likely to stay.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Is Habit-Based, Not Tenure-Based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200400" cy="54864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0.11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coefficient between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frequency and tenure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 positive relationship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4297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0" y="1645920"/>
            <a:ext cx="429768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members don't visit more often than new members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frequency is driven by personal habit, not loyalty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strategies should focus on commitment structure, not just engagement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visit frequency: ~1.8 visits/week across all members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BUAD 310  |  USC Marshall School of Business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&amp; Analytical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Class Frequency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25880" y="2011680"/>
            <a:ext cx="1097280" cy="2286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2588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per week — proxy for member engagement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5544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288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Lifetime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0" y="2011680"/>
            <a:ext cx="1097280" cy="2286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48640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as a member — tracks retention duration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918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Status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325880" y="3474720"/>
            <a:ext cx="1097280" cy="2286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32588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vs. Churned — the target variable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30175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918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Period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0" y="3474720"/>
            <a:ext cx="1097280" cy="2286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548640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1-Month, 6-Month, or 12-Month commitment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BUAD 310  |  USC Marshall School of Business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21208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11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863840" cy="1554480"/>
          </a:xfrm>
          <a:prstGeom prst="rect">
            <a:avLst/>
          </a:prstGeom>
          <a:solidFill>
            <a:srgbClr val="24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73152" cy="1554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012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5544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Incentivize Long-Term Contracts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54480" y="19202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initiation fee discounts or complimentary services for 6-month and 12-month memberships — free personal training sessions, body composition analysis, or merchandise credits. Reduces churn risk from 42% to under 3%.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200400"/>
            <a:ext cx="7863840" cy="1554480"/>
          </a:xfrm>
          <a:prstGeom prst="rect">
            <a:avLst/>
          </a:prstGeom>
          <a:solidFill>
            <a:srgbClr val="24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73152" cy="1554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012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5544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First-Month Onboarding Program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554480" y="37490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new members with structured integration during their first 30 days — mandatory orientation, group classes, and check-in calls. Members who survive the first month show 4x longer median tenure.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840480" y="2560320"/>
            <a:ext cx="1463040" cy="27432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Kim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minhak@usc.edu  |  linkedin.com/in/minhakimusc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 Marshall School of Business  |  Class of 2027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Macintosh PowerPoint</Application>
  <PresentationFormat>On-screen Show (16:9)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Membership Retention Analysis</dc:title>
  <dc:subject>PptxGenJS Presentation</dc:subject>
  <dc:creator>Minha Kim</dc:creator>
  <cp:lastModifiedBy>김민하</cp:lastModifiedBy>
  <cp:revision>2</cp:revision>
  <dcterms:created xsi:type="dcterms:W3CDTF">2026-03-26T05:53:42Z</dcterms:created>
  <dcterms:modified xsi:type="dcterms:W3CDTF">2026-03-26T05:59:25Z</dcterms:modified>
</cp:coreProperties>
</file>